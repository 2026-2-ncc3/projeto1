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912" y="80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29741" y="13207483"/>
            <a:ext cx="20549724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29725584"/>
            <a:ext cx="13848535" cy="865859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29736549"/>
            <a:ext cx="12527629" cy="8647488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15617815" y="16303581"/>
            <a:ext cx="11399871" cy="6657908"/>
          </a:xfrm>
          <a:custGeom>
            <a:avLst/>
            <a:gdLst/>
            <a:ahLst/>
            <a:cxnLst/>
            <a:rect l="l" t="t" r="r" b="b"/>
            <a:pathLst>
              <a:path w="5982073" h="3493732" extrusionOk="0">
                <a:moveTo>
                  <a:pt x="0" y="0"/>
                </a:moveTo>
                <a:lnTo>
                  <a:pt x="5982074" y="0"/>
                </a:lnTo>
                <a:lnTo>
                  <a:pt x="5982074" y="3493732"/>
                </a:lnTo>
                <a:lnTo>
                  <a:pt x="0" y="3493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620549" y="7261239"/>
            <a:ext cx="9954909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195120" y="17430608"/>
            <a:ext cx="10805795" cy="14355435"/>
            <a:chOff x="0" y="-47625"/>
            <a:chExt cx="971575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71575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APP PROXIMA ETAPA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Arthur Henrique dos Anjos Ferreira, Guilherme Belcastro Medeiros, Julia Valério da Silva, William  Takeuchi Takaki</a:t>
            </a:r>
            <a:endParaRPr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353293" y="15839628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 01: Exemplo de Gráfico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3110704"/>
            <a:ext cx="12433206" cy="448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(2025)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400231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573782" y="9668530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561448" y="9694562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dirty="0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49" y="19794461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dirty="0"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7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SILVA, Fulano da.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Sistemas Computacionais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Complexos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São Paulo: Editora Horizonte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Científico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2018.</a:t>
            </a: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SANTOS, Beltrano dos; OLIVEIRA, Maria Antonieta.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Modelagem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Matemática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Educacionais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Rio de Janeiro: Editora Saber &amp;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Ciência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2020.</a:t>
            </a: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Editora chips, 2028.</a:t>
            </a: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70065" y="31232716"/>
            <a:ext cx="12785929" cy="689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 Studio: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desenvolvimento, execução e testes do aplicativo.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implementação da lógica, navegação e funções do app.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Studio </a:t>
            </a:r>
            <a:r>
              <a:rPr lang="pt-BR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</a:t>
            </a: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desenvolvimento e organização do </a:t>
            </a:r>
            <a:r>
              <a:rPr lang="pt-BR" sz="3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Node.js: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execução do servidor e processamento das requisições.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JavaScript</a:t>
            </a: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desenvolvimento da lógica do </a:t>
            </a:r>
            <a:r>
              <a:rPr lang="pt-BR" sz="3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da API.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 REST e JSON: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comunicação e troca de dados.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Supabase</a:t>
            </a: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gerenciamento e armazenamento dos dados em nuvem.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PostgreSQL e SQL: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organização, consulta e manipulação dos dados.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</a:t>
            </a: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controle e histórico das alterações realizadas no código.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pt-BR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GitHub:</a:t>
            </a:r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armazenamento do repositório e colaboração entre os integrantes.</a:t>
            </a:r>
          </a:p>
        </p:txBody>
      </p:sp>
      <p:sp>
        <p:nvSpPr>
          <p:cNvPr id="136" name="Google Shape;136;p1"/>
          <p:cNvSpPr txBox="1"/>
          <p:nvPr/>
        </p:nvSpPr>
        <p:spPr>
          <a:xfrm>
            <a:off x="1645566" y="10575374"/>
            <a:ext cx="12487299" cy="863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A plataforma utilizada pela Próxima Etapa apresentava dificuldades de acesso e algumas funcionalidades do site não operavam adequadamente, o que tornava a experiência dos alunos menos prática. Informações importantes para o acompanhamento de sua jornada, como cursos disponíveis, certificados, eventos, datas, atividades e novidades, nem sempre eram encontradas de maneira simples, rápida e centralizada.</a:t>
            </a:r>
          </a:p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Essa situação dificultava o acesso dos participantes aos recursos oferecidos pela organização e evidenciava a necessidade de uma plataforma mais acessível e adequada ao uso cotidiano. Além disso, processos como o registro e o acompanhamento de presenças poderiam ser realizados de forma mais ágil e organizada.</a:t>
            </a:r>
          </a:p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Diante desse cenário, surgiu a oportunidade de desenvolver uma solução mobile capaz de reunir os principais serviços da Próxima Etapa, simplificar a navegação e proporcionar uma experiência mais intuitiva aos alunos.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607815" y="20638073"/>
            <a:ext cx="12660108" cy="960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Como resposta aos problemas identificados, foi desenvolvido o Próxima Etapa – App do Aluno, uma solução mobile criada para centralizar e simplificar o acesso dos estudantes aos serviços oferecidos pela organização. Em um único ambiente, o aluno pode consultar cursos e inscrições, acessar certificados, acompanhar eventos, datas importantes e novidades, visualizar sua agenda pessoal, conferir informações de seu perfil e consultar seu histórico de participação. </a:t>
            </a:r>
          </a:p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O aplicativo também conta com recursos para o registro de presença e o acompanhamento das atividades realizadas. Integrada a uma API e a um banco de dados em nuvem, a solução permite que as informações sejam armazenadas, atualizadas e disponibilizadas de maneira organizada e segura. </a:t>
            </a:r>
          </a:p>
          <a:p>
            <a:pPr fontAlgn="t"/>
            <a:r>
              <a:rPr lang="pt-BR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O projeto também busca ampliar o acesso aos serviços da Próxima Etapa e promover uma experiência mais inclusiva, simples e intuitiva para todos. Dessa forma, os estudantes podem utilizar os recursos diretamente pelo celular, com maior praticidade, autonomia e segurança durante toda a sua jornada.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426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Sed do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Sed do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labore et dolore.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714839" y="24195810"/>
            <a:ext cx="11652000" cy="57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Sed do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labore et dolore magna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aliqua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Ut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enim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ad minim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veniam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quis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nostrud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exercitation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ullamco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laboris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nisi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aliquip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commodo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consequat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consectetur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adipiscing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elit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Sed do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eiusmod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tempor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incididunt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labt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dolore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abore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et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doloreabore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et dolore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abore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et dolore </a:t>
            </a:r>
            <a:r>
              <a:rPr lang="en-US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abore</a:t>
            </a:r>
            <a:r>
              <a:rPr lang="en-US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et dolore.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7083</TotalTime>
  <Words>683</Words>
  <Application>Microsoft Office PowerPoint</Application>
  <PresentationFormat>Personalizar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Calibri</vt:lpstr>
      <vt:lpstr>Arial</vt:lpstr>
      <vt:lpstr>Inter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Arthur Henrique Ferrerira - 25028270</cp:lastModifiedBy>
  <cp:revision>3</cp:revision>
  <dcterms:created xsi:type="dcterms:W3CDTF">2006-08-16T00:00:00Z</dcterms:created>
  <dcterms:modified xsi:type="dcterms:W3CDTF">2026-10-07T20:11:19Z</dcterms:modified>
</cp:coreProperties>
</file>